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unito SemiBold"/>
      <p:regular r:id="rId201314"/>
    </p:embeddedFont>
    <p:embeddedFont>
      <p:font typeface="PT Sans"/>
      <p:regular r:id="rId201315"/>
    </p:embeddedFont>
    <p:embeddedFont>
      <p:font typeface="PT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373511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Shopping Behavior Analysis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84601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3,900 purchases • 18 columns • goal: uncover spending patterns, segments, preferences, subscriptions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557635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Dataset Snapshot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69971" y="2443460"/>
            <a:ext cx="3012107" cy="148828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8446" y="2661940"/>
            <a:ext cx="25751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Rows &amp; Columns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8446" y="3074888"/>
            <a:ext cx="257515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3,900 rows · 18 columns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481503" y="2443460"/>
            <a:ext cx="3012107" cy="148828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9050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99977" y="2661940"/>
            <a:ext cx="25751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99977" y="3074888"/>
            <a:ext cx="25751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Demographics, purchase details, behavior metrics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269971" y="4131171"/>
            <a:ext cx="6223638" cy="1169095"/>
          </a:xfrm>
          <a:prstGeom prst="roundRect">
            <a:avLst>
              <a:gd name="adj" fmla="val 25594"/>
            </a:avLst>
          </a:prstGeom>
          <a:solidFill>
            <a:srgbClr val="00002E"/>
          </a:solidFill>
          <a:ln w="19050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8446" y="4349651"/>
            <a:ext cx="578669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Missing Data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8446" y="4762599"/>
            <a:ext cx="578669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37 missing values in Review Rating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1727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Preparation (Python)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411413"/>
            <a:ext cx="5154484" cy="2920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476" y="2027436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345476" y="2341066"/>
            <a:ext cx="2477529" cy="25400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6" name="Text 3"/>
          <p:cNvSpPr/>
          <p:nvPr/>
        </p:nvSpPr>
        <p:spPr>
          <a:xfrm>
            <a:off x="6345476" y="2491581"/>
            <a:ext cx="247752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Load &amp; Inspect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45476" y="2984302"/>
            <a:ext cx="247752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pandas: df.info(), .describe()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022430" y="2027436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9022430" y="2341066"/>
            <a:ext cx="2477529" cy="25400"/>
          </a:xfrm>
          <a:prstGeom prst="rect">
            <a:avLst/>
          </a:prstGeom>
          <a:solidFill>
            <a:srgbClr val="D7425E"/>
          </a:solidFill>
          <a:ln/>
        </p:spPr>
      </p:sp>
      <p:sp>
        <p:nvSpPr>
          <p:cNvPr id="10" name="Text 7"/>
          <p:cNvSpPr/>
          <p:nvPr/>
        </p:nvSpPr>
        <p:spPr>
          <a:xfrm>
            <a:off x="9022430" y="2491581"/>
            <a:ext cx="247752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Impute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022430" y="2984302"/>
            <a:ext cx="247752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Review Rating → median by category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345476" y="3971627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345476" y="4285258"/>
            <a:ext cx="2477529" cy="25400"/>
          </a:xfrm>
          <a:prstGeom prst="rect">
            <a:avLst/>
          </a:prstGeom>
          <a:solidFill>
            <a:srgbClr val="DD785E"/>
          </a:solidFill>
          <a:ln/>
        </p:spPr>
      </p:sp>
      <p:sp>
        <p:nvSpPr>
          <p:cNvPr id="14" name="Text 11"/>
          <p:cNvSpPr/>
          <p:nvPr/>
        </p:nvSpPr>
        <p:spPr>
          <a:xfrm>
            <a:off x="6345476" y="4435773"/>
            <a:ext cx="247752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Standardize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345476" y="4928493"/>
            <a:ext cx="247752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Rename to snake_case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9022430" y="3971627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9022430" y="4285258"/>
            <a:ext cx="2477529" cy="25400"/>
          </a:xfrm>
          <a:prstGeom prst="rect">
            <a:avLst/>
          </a:prstGeom>
          <a:solidFill>
            <a:srgbClr val="48A8E2"/>
          </a:solidFill>
          <a:ln/>
        </p:spPr>
      </p:sp>
      <p:sp>
        <p:nvSpPr>
          <p:cNvPr id="18" name="Text 15"/>
          <p:cNvSpPr/>
          <p:nvPr/>
        </p:nvSpPr>
        <p:spPr>
          <a:xfrm>
            <a:off x="9022430" y="4435773"/>
            <a:ext cx="247752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Engineer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022430" y="4928493"/>
            <a:ext cx="247752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age_group, purchase_frequency_days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46109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Pipeline: Python → PostgreSQL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571254"/>
            <a:ext cx="4590340" cy="26012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81332" y="3323332"/>
            <a:ext cx="632811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Cleaned DataFrame loaded to PostgreSQL for SQL analysis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781332" y="3822005"/>
            <a:ext cx="5718528" cy="708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Verified redundancy: dropped promo_code_used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Enabled business-querying of transactions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2182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Revenue &amp; Demographics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31988"/>
            <a:ext cx="6846716" cy="3879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7708" y="3054052"/>
            <a:ext cx="3462152" cy="163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Revenue by Gender — compare totals</a:t>
            </a:r>
            <a:endParaRPr lang="en-US" sz="1550" dirty="0"/>
          </a:p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Revenue by Age Group — identify high-revenue cohorts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 insights to target marketing spend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10423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Behavioral Insights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3089870"/>
            <a:ext cx="995338" cy="1244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42754" y="3089870"/>
            <a:ext cx="2187619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High-Spend Discount Users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942754" y="3796109"/>
            <a:ext cx="218761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Customers using discounts but spending above average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704" y="3089870"/>
            <a:ext cx="995338" cy="12442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24372" y="3089870"/>
            <a:ext cx="218761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Shipping Preference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624372" y="3502819"/>
            <a:ext cx="218761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Compare Standard vs Express average spend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22" y="3089870"/>
            <a:ext cx="995338" cy="12442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3089870"/>
            <a:ext cx="218761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Segments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9305990" y="3502819"/>
            <a:ext cx="218761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New · Returning · Loyal (based on purchase history)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2182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Product Performance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31988"/>
            <a:ext cx="6846716" cy="3879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7708" y="2899470"/>
            <a:ext cx="3462152" cy="205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5 products by average rating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3 products per category (most purchased)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Discount-dependent products: 5 items with highest % discounted purchases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0125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Subscriptions &amp; Repeat Buyers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411413"/>
            <a:ext cx="5154484" cy="2920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476" y="2779812"/>
            <a:ext cx="5154484" cy="817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Subscribers vs Non-Subscribers: avg spend &amp; total revenue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Repeat buyers (&gt;5 purchases) → likelihood to subscribe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345476" y="3822005"/>
            <a:ext cx="5154484" cy="1096963"/>
          </a:xfrm>
          <a:prstGeom prst="roundRect">
            <a:avLst>
              <a:gd name="adj" fmla="val 27277"/>
            </a:avLst>
          </a:prstGeom>
          <a:solidFill>
            <a:srgbClr val="78550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900" y="4125317"/>
            <a:ext cx="249330" cy="1994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93656" y="4051300"/>
            <a:ext cx="43068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Insight: repeat buyers more likely to convert to subscribers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66690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Dashboard &amp; Visualization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55272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Power BI dashboard built to explore: revenue, segments, product performance, shipping, discounts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772914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Business Recommendations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9971" y="1658739"/>
            <a:ext cx="3012107" cy="17942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96393" y="1883569"/>
            <a:ext cx="246086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Boost Subscriptions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596393" y="2296517"/>
            <a:ext cx="246086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Promote exclusive benefits for subscribers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1503" y="1658739"/>
            <a:ext cx="3012107" cy="17942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07924" y="1883569"/>
            <a:ext cx="246086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Loyalty Programs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8807924" y="2589808"/>
            <a:ext cx="246086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Reward repeat buyers to grow "Loyal" segment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9971" y="3652441"/>
            <a:ext cx="3012107" cy="243264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96393" y="3877270"/>
            <a:ext cx="246086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Review Discount Policy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5596393" y="4583509"/>
            <a:ext cx="246086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Balance short-term sales with margin control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81503" y="3652441"/>
            <a:ext cx="3012107" cy="243264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807924" y="3877270"/>
            <a:ext cx="246086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Product Positioning &amp; Targeting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8807924" y="4583509"/>
            <a:ext cx="2460861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Feature top-rated &amp; best-selling items; focus on high-revenue ages and express-shipping users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2026-09-16T15:15:55Z</dcterms:created>
  <dcterms:modified xsi:type="dcterms:W3CDTF">2026-09-16T15:15:55Z</dcterms:modified>
</cp:coreProperties>
</file>